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31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売上推移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78</c:v>
                </c:pt>
                <c:pt idx="2">
                  <c:v>82</c:v>
                </c:pt>
                <c:pt idx="3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BF-4198-A882-3255597AB7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7395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プレゼンテーションタイトル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サブタイトル・日付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7315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82880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現状分析と課題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2148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提案内容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2880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実施計画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28800" y="3611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期待される効果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60A5FA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セクションタイトル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主要ポイント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371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第一のポイント：重要な情報や成果を記載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4028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21945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第二のポイント：具体的なデータや事例を提示</a:t>
            </a:r>
            <a:endParaRPr lang="en-US" sz="1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6324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160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第三のポイント：次のアクションやステップを明示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比較・対比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200400"/>
          </a:xfrm>
          <a:prstGeom prst="rect">
            <a:avLst/>
          </a:prstGeom>
          <a:solidFill>
            <a:srgbClr val="F8FAFC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左側の内容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ポイント1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ポイント2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ポイント3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solidFill>
            <a:srgbClr val="F8FAFC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右側の内容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46320" y="201168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ポイントA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ポイントB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ポイントC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画像とテキスト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3200400"/>
          </a:xfrm>
          <a:prstGeom prst="rect">
            <a:avLst/>
          </a:prstGeom>
          <a:solidFill>
            <a:srgbClr val="F8FAFC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371600" y="2560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画像エリア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説明タイトル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846320" y="18288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ここに詳細な説明文を記載します。画像に関連する内容や、重要なポイントを明確に伝えることができます。複数の段落に分けて、読みやすく構成することが推奨されます。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データと分析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371600"/>
            <a:ext cx="2926080" cy="8229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50876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0" y="1463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成長率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583680" y="1737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+45%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5760720" y="2377440"/>
            <a:ext cx="2926080" cy="8229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251460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8368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達成率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583680" y="2743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118%</a:t>
            </a:r>
            <a:endParaRPr lang="en-US" sz="2400" dirty="0"/>
          </a:p>
        </p:txBody>
      </p:sp>
      <p:sp>
        <p:nvSpPr>
          <p:cNvPr id="13" name="Shape 8"/>
          <p:cNvSpPr/>
          <p:nvPr/>
        </p:nvSpPr>
        <p:spPr>
          <a:xfrm>
            <a:off x="5760720" y="3383280"/>
            <a:ext cx="2926080" cy="8229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3520440"/>
            <a:ext cx="548640" cy="548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8368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顧客数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583680" y="3749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2,450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Microsoft Office PowerPoint</Application>
  <PresentationFormat>画面に合わせる (16:9)</PresentationFormat>
  <Paragraphs>44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ビジネステンプレート</dc:title>
  <dc:subject>PptxGenJS Presentation</dc:subject>
  <dc:creator>Business Template</dc:creator>
  <cp:lastModifiedBy>Makoto Harazawa</cp:lastModifiedBy>
  <cp:revision>2</cp:revision>
  <dcterms:created xsi:type="dcterms:W3CDTF">2026-02-07T10:33:38Z</dcterms:created>
  <dcterms:modified xsi:type="dcterms:W3CDTF">2026-02-07T10:37:50Z</dcterms:modified>
</cp:coreProperties>
</file>