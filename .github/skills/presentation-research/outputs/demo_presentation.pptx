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31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売上推移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ja-JP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65</c:v>
                </c:pt>
                <c:pt idx="1">
                  <c:v>78</c:v>
                </c:pt>
                <c:pt idx="2">
                  <c:v>82</c:v>
                </c:pt>
                <c:pt idx="3">
                  <c:v>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BBF-4198-A882-3255597AB7B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7395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1.xml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プレゼンテーションタイトル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サブタイトル・日付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73152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目次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828800" y="1417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現状分析と課題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828800" y="21488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提案内容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828800" y="28803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実施計画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4400" y="35661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828800" y="3611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期待される効果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60A5FA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セクションタイトル</a:t>
            </a:r>
            <a:endParaRPr lang="en-US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主要ポイント</a:t>
            </a:r>
            <a:endParaRPr lang="en-US" sz="3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1732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3716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第一のポイント：重要な情報や成果を記載</a:t>
            </a:r>
            <a:endParaRPr lang="en-US" sz="18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240280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71600" y="219456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第二のポイント：具体的なデータや事例を提示</a:t>
            </a:r>
            <a:endParaRPr lang="en-US" sz="18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063240"/>
            <a:ext cx="365760" cy="3657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371600" y="30175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第三のポイント：次のアクションやステップを明示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比較・対比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3200400"/>
          </a:xfrm>
          <a:prstGeom prst="rect">
            <a:avLst/>
          </a:prstGeom>
          <a:solidFill>
            <a:srgbClr val="F8FAFC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左側の内容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657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ポイント1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ポイント2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ポイント3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023360" cy="3200400"/>
          </a:xfrm>
          <a:prstGeom prst="rect">
            <a:avLst/>
          </a:prstGeom>
          <a:solidFill>
            <a:srgbClr val="F8FAFC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484632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右側の内容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846320" y="2011680"/>
            <a:ext cx="3657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ポイントA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ポイントB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ポイントC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画像とテキスト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3200400"/>
          </a:xfrm>
          <a:prstGeom prst="rect">
            <a:avLst/>
          </a:prstGeom>
          <a:solidFill>
            <a:srgbClr val="F8FAFC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1371600" y="25603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画像エリア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846320" y="1188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説明タイトル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846320" y="1828800"/>
            <a:ext cx="3840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ここに詳細な説明文を記載します。画像に関連する内容や、重要なポイントを明確に伝えることができます。複数の段落に分けて、読みやすく構成することが推奨されます。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データと分析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188720"/>
          <a:ext cx="5029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371600"/>
            <a:ext cx="2926080" cy="82296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1508760"/>
            <a:ext cx="548640" cy="5486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83680" y="1463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成長率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6583680" y="17373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+45%</a:t>
            </a:r>
            <a:endParaRPr lang="en-US" sz="2400" dirty="0"/>
          </a:p>
        </p:txBody>
      </p:sp>
      <p:sp>
        <p:nvSpPr>
          <p:cNvPr id="9" name="Shape 5"/>
          <p:cNvSpPr/>
          <p:nvPr/>
        </p:nvSpPr>
        <p:spPr>
          <a:xfrm>
            <a:off x="5760720" y="2377440"/>
            <a:ext cx="2926080" cy="82296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2514600"/>
            <a:ext cx="548640" cy="5486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583680" y="2468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達成率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6583680" y="2743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118%</a:t>
            </a:r>
            <a:endParaRPr lang="en-US" sz="2400" dirty="0"/>
          </a:p>
        </p:txBody>
      </p:sp>
      <p:sp>
        <p:nvSpPr>
          <p:cNvPr id="13" name="Shape 8"/>
          <p:cNvSpPr/>
          <p:nvPr/>
        </p:nvSpPr>
        <p:spPr>
          <a:xfrm>
            <a:off x="5760720" y="3383280"/>
            <a:ext cx="2926080" cy="82296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0" y="3520440"/>
            <a:ext cx="548640" cy="5486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583680" y="34747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顧客数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6583680" y="37490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2,450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生成AIの2025年のトレンドについてプレゼン資料を作ってください。10スライド程度で、ビジネス向けにまとめてください。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Generated: 2026-02-07_110646 (ja)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目次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エグゼクティブサマリー</a:t>
            </a:r>
          </a:p>
          <a:p>
            <a:r>
              <a:t>調査結果</a:t>
            </a:r>
          </a:p>
          <a:p>
            <a:r>
              <a:t>詳細分析</a:t>
            </a:r>
          </a:p>
          <a:p>
            <a:r>
              <a:t>結論・提言</a:t>
            </a:r>
          </a:p>
          <a:p>
            <a:r>
              <a:t>参考文献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エグゼクティブサマリー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主要な発見:</a:t>
            </a:r>
          </a:p>
          <a:p>
            <a:r>
              <a:t>- Result for 生成AIの2025年のトレンドについてプレゼン資料を作ってください。10スライド程度で、ビジネス向けにまとめてください。 - 1 (https://example.com/search?q=生成AIの2025年のトレンドについてプレゼン資料を作ってください。10スライド程度で、ビジネス向けにまとめてください。&amp;i=1)</a:t>
            </a:r>
          </a:p>
          <a:p>
            <a:r>
              <a:t>- Result for 生成AIの2025年のトレンドについてプレゼン資料を作ってください。10スライド程度で、ビジネス向けにまとめてください。 - 2 (https://example.com/search?q=生成AIの2025年のトレンドについてプレゼン資料を作ってください。10スライド程度で、ビジネス向けにまとめてください。&amp;i=2)</a:t>
            </a:r>
          </a:p>
          <a:p>
            <a:r>
              <a:t>- Result for 生成AIの2025年のトレンドについてプレゼン資料を作ってください。10スライド程度で、ビジネス向けにまとめてください。 - 3 (https://example.com/search?q=生成AIの2025年のトレンドについてプレゼン資料を作ってください。10スライド程度で、ビジネス向けにまとめてください。&amp;i=3)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調査結果 - 1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Short excerpt about 生成AIの2025年のトレンドについてプレゼン資料を作ってください。10スライド程度で、ビジネス向けにまとめてください。 (result 1).</a:t>
            </a:r>
          </a:p>
          <a:p>
            <a:r>
              <a:t>https://example.com/search?q=生成AIの2025年のトレンドについてプレゼン資料を作ってください。10スライド程度で、ビジネス向けにまとめてください。&amp;i=1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調査結果 - 2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Short excerpt about 生成AIの2025年のトレンドについてプレゼン資料を作ってください。10スライド程度で、ビジネス向けにまとめてください。 (result 2).</a:t>
            </a:r>
          </a:p>
          <a:p>
            <a:r>
              <a:t>https://example.com/search?q=生成AIの2025年のトレンドについてプレゼン資料を作ってください。10スライド程度で、ビジネス向けにまとめてください。&amp;i=2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調査結果 - 3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Short excerpt about 生成AIの2025年のトレンドについてプレゼン資料を作ってください。10スライド程度で、ビジネス向けにまとめてください。 (result 3).</a:t>
            </a:r>
          </a:p>
          <a:p>
            <a:r>
              <a:t>https://example.com/search?q=生成AIの2025年のトレンドについてプレゼン資料を作ってください。10スライド程度で、ビジネス向けにまとめてください。&amp;i=3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調査結果 - 4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Short excerpt about 生成AIの2025年のトレンドについてプレゼン資料を作ってください。10スライド程度で、ビジネス向けにまとめてください。 (result 4).</a:t>
            </a:r>
          </a:p>
          <a:p>
            <a:r>
              <a:t>https://example.com/search?q=生成AIの2025年のトレンドについてプレゼン資料を作ってください。10スライド程度で、ビジネス向けにまとめてください。&amp;i=4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調査結果 - 5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Short excerpt about 生成AIの2025年のトレンドについてプレゼン資料を作ってください。10スライド程度で、ビジネス向けにまとめてください。 (result 5).</a:t>
            </a:r>
          </a:p>
          <a:p>
            <a:r>
              <a:t>https://example.com/search?q=生成AIの2025年のトレンドについてプレゼン資料を作ってください。10スライド程度で、ビジネス向けにまとめてください。&amp;i=5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結論・提言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結論: 調査に基づく推奨事項をここに記載してください。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参考文献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References:</a:t>
            </a:r>
          </a:p>
          <a:p>
            <a:r>
              <a:t>- Result for 生成AIの2025年のトレンドについてプレゼン資料を作ってください。10スライド程度で、ビジネス向けにまとめてください。 - 1: https://example.com/search?q=生成AIの2025年のトレンドについてプレゼン資料を作ってください。10スライド程度で、ビジネス向けにまとめてください。&amp;i=1</a:t>
            </a:r>
          </a:p>
          <a:p>
            <a:r>
              <a:t>- Result for 生成AIの2025年のトレンドについてプレゼン資料を作ってください。10スライド程度で、ビジネス向けにまとめてください。 - 2: https://example.com/search?q=生成AIの2025年のトレンドについてプレゼン資料を作ってください。10スライド程度で、ビジネス向けにまとめてください。&amp;i=2</a:t>
            </a:r>
          </a:p>
          <a:p>
            <a:r>
              <a:t>- Result for 生成AIの2025年のトレンドについてプレゼン資料を作ってください。10スライド程度で、ビジネス向けにまとめてください。 - 3: https://example.com/search?q=生成AIの2025年のトレンドについてプレゼン資料を作ってください。10スライド程度で、ビジネス向けにまとめてください。&amp;i=3</a:t>
            </a:r>
          </a:p>
          <a:p>
            <a:r>
              <a:t>- Result for 生成AIの2025年のトレンドについてプレゼン資料を作ってください。10スライド程度で、ビジネス向けにまとめてください。 - 4: https://example.com/search?q=生成AIの2025年のトレンドについてプレゼン資料を作ってください。10スライド程度で、ビジネス向けにまとめてください。&amp;i=4</a:t>
            </a:r>
          </a:p>
          <a:p>
            <a:r>
              <a:t>- Result for 生成AIの2025年のトレンドについてプレゼン資料を作ってください。10スライド程度で、ビジネス向けにまとめてください。 - 5: https://example.com/search?q=生成AIの2025年のトレンドについてプレゼン資料を作ってください。10スライド程度で、ビジネス向けにまとめてください。&amp;i=5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</Words>
  <Application>Microsoft Office PowerPoint</Application>
  <PresentationFormat>画面に合わせる (16:9)</PresentationFormat>
  <Paragraphs>44</Paragraphs>
  <Slides>7</Slides>
  <Notes>7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ビジネステンプレート</dc:title>
  <dc:subject>PptxGenJS Presentation</dc:subject>
  <dc:creator>Business Template</dc:creator>
  <cp:lastModifiedBy>Makoto Harazawa</cp:lastModifiedBy>
  <cp:revision>2</cp:revision>
  <dcterms:created xsi:type="dcterms:W3CDTF">2026-02-07T10:33:38Z</dcterms:created>
  <dcterms:modified xsi:type="dcterms:W3CDTF">2026-02-07T10:37:50Z</dcterms:modified>
</cp:coreProperties>
</file>